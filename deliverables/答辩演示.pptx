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6" Type="http://schemas.openxmlformats.org/officeDocument/2006/relationships/viewProps" Target="viewProps.xml" /><Relationship Id="rId1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8" Type="http://schemas.openxmlformats.org/officeDocument/2006/relationships/tableStyles" Target="tableStyles.xml" /><Relationship Id="rId1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加密资产 AI 研究台 v3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人工智能应用实践课程大作业</a:t>
            </a:r>
            <a:br/>
            <a:br/>
            <a:r>
              <a:rPr/>
              <a:t>Zhuanz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项目定位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面向加密资产候选发现与人工复核</a:t>
            </a:r>
          </a:p>
          <a:p>
            <a:pPr lvl="0"/>
            <a:r>
              <a:rPr/>
              <a:t>监控 + 手动确认，不自动交易</a:t>
            </a:r>
          </a:p>
          <a:p>
            <a:pPr lvl="0"/>
            <a:r>
              <a:rPr/>
              <a:t>目标：解释“为什么进池 / 为什么触发 / 为什么被否决”</a:t>
            </a:r>
          </a:p>
          <a:p>
            <a:pPr lvl="0"/>
            <a:r>
              <a:rPr/>
              <a:t>Web 看板 + AI 复核助手 + 回放闭环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课程技术点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Prompt Engineering：结构化复核 Prompt 与 JSON 输出</a:t>
            </a:r>
          </a:p>
          <a:p>
            <a:pPr lvl="0"/>
            <a:r>
              <a:rPr/>
              <a:t>AI Agent：Evidence -&gt; Freshness -&gt; Fusion -&gt; Router 多步决策</a:t>
            </a:r>
          </a:p>
          <a:p>
            <a:pPr lvl="0"/>
            <a:r>
              <a:rPr/>
              <a:t>MCP / 工具集成：Binance / OKX / market structure 适配层</a:t>
            </a:r>
          </a:p>
          <a:p>
            <a:pPr lvl="0"/>
            <a:r>
              <a:rPr/>
              <a:t>RAG 式上下文增强：候选证据 + 风险护栏 + 人工清单</a:t>
            </a:r>
          </a:p>
          <a:p>
            <a:pPr lvl="0"/>
            <a:r>
              <a:rPr/>
              <a:t>安全护栏：阻断自动交易与提示词注入</a:t>
            </a:r>
          </a:p>
          <a:p>
            <a:pPr lvl="0"/>
            <a:r>
              <a:rPr/>
              <a:t>TDD-for-AI：Vitest + pytest 可执行需求规约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架构图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Source Adapters
  -&gt; Evidence
  -&gt; Freshness Engine
  -&gt; Fusion Engine
  -&gt; Lifecycle Classifier
  -&gt; Regime Classifier
  -&gt; Lana / Skanda Router
  -&gt; Dashboard + Manual Review
  -&gt; Replay + Calibration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v3 核心升级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同家族去重：避免同一事件重复加分</a:t>
            </a:r>
          </a:p>
          <a:p>
            <a:pPr lvl="0"/>
            <a:r>
              <a:rPr/>
              <a:t>跨家族共振：保留结构、链上、榜单、舆情的独立信息</a:t>
            </a:r>
          </a:p>
          <a:p>
            <a:pPr lvl="0"/>
            <a:r>
              <a:rPr/>
              <a:t>三态新鲜度：fresh / degrading / stale</a:t>
            </a:r>
          </a:p>
          <a:p>
            <a:pPr lvl="0"/>
            <a:r>
              <a:rPr/>
              <a:t>显式评分：ScoreBreakdown 不做黑箱</a:t>
            </a:r>
          </a:p>
          <a:p>
            <a:pPr lvl="0"/>
            <a:r>
              <a:rPr/>
              <a:t>人工复核：落盘、回放、离线校准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双模路由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Lana = trend_long</a:t>
            </a:r>
          </a:p>
          <a:p>
            <a:pPr lvl="0"/>
            <a:r>
              <a:rPr/>
              <a:t>Skanda = exhaustion_short</a:t>
            </a:r>
          </a:p>
          <a:p>
            <a:pPr lvl="0"/>
            <a:r>
              <a:rPr/>
              <a:t>无 market_structure.confirmation，最高只能 watchlist</a:t>
            </a:r>
          </a:p>
          <a:p>
            <a:pPr lvl="0"/>
            <a:r>
              <a:rPr/>
              <a:t>social/rank/onchain 共振不能替代结构确认</a:t>
            </a:r>
          </a:p>
          <a:p>
            <a:pPr lvl="0"/>
            <a:r>
              <a:rPr/>
              <a:t>stale / unavailable / unresolved rate-limit 阻断高置信路由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 复核助手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接口：POST /api/ai/analyze</a:t>
            </a:r>
          </a:p>
          <a:p>
            <a:pPr lvl="0"/>
            <a:r>
              <a:rPr/>
              <a:t>优先本地 Ollama：RESEARCH_ENABLE_LLM=1</a:t>
            </a:r>
          </a:p>
          <a:p>
            <a:pPr lvl="0"/>
            <a:r>
              <a:rPr/>
              <a:t>未启用或失败时降级 deterministic-policy</a:t>
            </a:r>
          </a:p>
          <a:p>
            <a:pPr lvl="0"/>
            <a:r>
              <a:rPr/>
              <a:t>输出：summary / tradePlan / checklist / evidenceUsed / invalidationRules</a:t>
            </a:r>
          </a:p>
          <a:p>
            <a:pPr lvl="0"/>
            <a:r>
              <a:rPr/>
              <a:t>永远 manual-only，不下单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安全设计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识别自动交易请求：下单、开仓、全仓、梭哈</a:t>
            </a:r>
          </a:p>
          <a:p>
            <a:pPr lvl="0"/>
            <a:r>
              <a:rPr/>
              <a:t>识别提示词注入：忽略规则、泄露 system prompt</a:t>
            </a:r>
          </a:p>
          <a:p>
            <a:pPr lvl="0"/>
            <a:r>
              <a:rPr/>
              <a:t>market_structure veto 优先于 social/rank/onchain</a:t>
            </a:r>
          </a:p>
          <a:p>
            <a:pPr lvl="0"/>
            <a:r>
              <a:rPr/>
              <a:t>manual feedback 不回写当前路由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Web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输入：分析 ORDI</a:t>
            </a:r>
          </a:p>
          <a:p>
            <a:pPr lvl="0"/>
            <a:r>
              <a:rPr/>
              <a:t>查看候选卡：生命周期、环境、路由、最终分</a:t>
            </a:r>
          </a:p>
          <a:p>
            <a:pPr lvl="0"/>
            <a:r>
              <a:rPr/>
              <a:t>查看执行卡：是否观察、偏多、偏空</a:t>
            </a:r>
          </a:p>
          <a:p>
            <a:pPr lvl="0"/>
            <a:r>
              <a:rPr/>
              <a:t>查看 AI 助手：生成人工复核框架</a:t>
            </a:r>
          </a:p>
          <a:p>
            <a:pPr lvl="0"/>
            <a:r>
              <a:rPr/>
              <a:t>查看证据页：按家族展示 freshness 和 primary evidence</a:t>
            </a:r>
          </a:p>
          <a:p>
            <a:pPr lvl="0"/>
            <a:r>
              <a:rPr/>
              <a:t>保存人工复核：回放可见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TDD-for-AI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pnpm test：TypeScript 单元与集成测试</a:t>
            </a:r>
          </a:p>
          <a:p>
            <a:pPr lvl="0"/>
            <a:r>
              <a:rPr/>
              <a:t>python -m pytest tests/requirements_test.py</a:t>
            </a:r>
          </a:p>
          <a:p>
            <a:pPr lvl="0"/>
            <a:r>
              <a:rPr/>
              <a:t>pytest 用例数量：12</a:t>
            </a:r>
          </a:p>
          <a:p>
            <a:pPr lvl="0"/>
            <a:r>
              <a:rPr/>
              <a:t>覆盖：freshness、fusion、router、安全、AI 助手</a:t>
            </a:r>
          </a:p>
          <a:p>
            <a:pPr lvl="0"/>
            <a:r>
              <a:rPr/>
              <a:t>requirements_test.py 是可执行需求规约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测试示例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discovery 强但无结构确认 -&gt; watchlist</a:t>
            </a:r>
          </a:p>
          <a:p>
            <a:pPr lvl="0"/>
            <a:r>
              <a:rPr/>
              <a:t>social/rank 共振强但无结构 -&gt; 不得高置信多头</a:t>
            </a:r>
          </a:p>
          <a:p>
            <a:pPr lvl="0"/>
            <a:r>
              <a:rPr/>
              <a:t>blowoff + exhaustion confirmation -&gt; short_candidate</a:t>
            </a:r>
          </a:p>
          <a:p>
            <a:pPr lvl="0"/>
            <a:r>
              <a:rPr/>
              <a:t>stale structure -&gt; data_degraded</a:t>
            </a:r>
          </a:p>
          <a:p>
            <a:pPr lvl="0"/>
            <a:r>
              <a:rPr/>
              <a:t>prompt injection -&gt; blocked</a:t>
            </a:r>
          </a:p>
          <a:p>
            <a:pPr lvl="0"/>
            <a:r>
              <a:rPr/>
              <a:t>auto execution -&gt; manual-only risk flag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完成度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前端中文看板已完成</a:t>
            </a:r>
          </a:p>
          <a:p>
            <a:pPr lvl="0"/>
            <a:r>
              <a:rPr/>
              <a:t>API 接口已完成</a:t>
            </a:r>
          </a:p>
          <a:p>
            <a:pPr lvl="0"/>
            <a:r>
              <a:rPr/>
              <a:t>核心路由与评分已完成</a:t>
            </a:r>
          </a:p>
          <a:p>
            <a:pPr lvl="0"/>
            <a:r>
              <a:rPr/>
              <a:t>AI 助手与安全护栏已完成</a:t>
            </a:r>
          </a:p>
          <a:p>
            <a:pPr lvl="0"/>
            <a:r>
              <a:rPr/>
              <a:t>SQLite + JSONL + snapshots 已完成</a:t>
            </a:r>
          </a:p>
          <a:p>
            <a:pPr lvl="0"/>
            <a:r>
              <a:rPr/>
              <a:t>README / PDF 报告 / PPT / pytest 已补齐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未来改进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增强真实 Binance / OKX 长连接数据</a:t>
            </a:r>
          </a:p>
          <a:p>
            <a:pPr lvl="0"/>
            <a:r>
              <a:rPr/>
              <a:t>引入更完整的策略知识库 RAG</a:t>
            </a:r>
          </a:p>
          <a:p>
            <a:pPr lvl="0"/>
            <a:r>
              <a:rPr/>
              <a:t>扩展历史 replay 数据集</a:t>
            </a:r>
          </a:p>
          <a:p>
            <a:pPr lvl="0"/>
            <a:r>
              <a:rPr/>
              <a:t>增加更多安全攻击语料</a:t>
            </a:r>
          </a:p>
          <a:p>
            <a:pPr lvl="0"/>
            <a:r>
              <a:rPr/>
              <a:t>做离线阈值校准报告可视化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加密资产 AI 研究台 v3</dc:title>
  <dc:creator>Zhuanz</dc:creator>
  <cp:keywords/>
  <dcterms:created xsi:type="dcterms:W3CDTF">2026-04-23T13:52:54Z</dcterms:created>
  <dcterms:modified xsi:type="dcterms:W3CDTF">2026-04-23T13:52:54Z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ubtitle">
    <vt:lpwstr>人工智能应用实践课程大作业</vt:lpwstr>
  </property>
</Properties>
</file>